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8005C0-790B-43D1-ADB9-19DC1141A3E2}" v="7" dt="2022-06-22T08:09:57.3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6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25596391@gmail.com" userId="efc05158ec0e57aa" providerId="LiveId" clId="{0F8005C0-790B-43D1-ADB9-19DC1141A3E2}"/>
    <pc:docChg chg="addSld delSld modSld">
      <pc:chgData name="w25596391@gmail.com" userId="efc05158ec0e57aa" providerId="LiveId" clId="{0F8005C0-790B-43D1-ADB9-19DC1141A3E2}" dt="2022-06-22T08:15:20.916" v="184" actId="2711"/>
      <pc:docMkLst>
        <pc:docMk/>
      </pc:docMkLst>
      <pc:sldChg chg="modSp mod">
        <pc:chgData name="w25596391@gmail.com" userId="efc05158ec0e57aa" providerId="LiveId" clId="{0F8005C0-790B-43D1-ADB9-19DC1141A3E2}" dt="2022-06-22T08:09:57.348" v="116"/>
        <pc:sldMkLst>
          <pc:docMk/>
          <pc:sldMk cId="2711068970" sldId="256"/>
        </pc:sldMkLst>
        <pc:spChg chg="mod">
          <ac:chgData name="w25596391@gmail.com" userId="efc05158ec0e57aa" providerId="LiveId" clId="{0F8005C0-790B-43D1-ADB9-19DC1141A3E2}" dt="2022-06-22T08:09:57.348" v="116"/>
          <ac:spMkLst>
            <pc:docMk/>
            <pc:sldMk cId="2711068970" sldId="256"/>
            <ac:spMk id="2" creationId="{4A462C17-45D9-EDBA-BF81-23F3B97F650E}"/>
          </ac:spMkLst>
        </pc:spChg>
        <pc:spChg chg="mod">
          <ac:chgData name="w25596391@gmail.com" userId="efc05158ec0e57aa" providerId="LiveId" clId="{0F8005C0-790B-43D1-ADB9-19DC1141A3E2}" dt="2022-06-22T08:09:57.348" v="116"/>
          <ac:spMkLst>
            <pc:docMk/>
            <pc:sldMk cId="2711068970" sldId="256"/>
            <ac:spMk id="3" creationId="{3B2DD068-A569-9B2E-6B81-9F7F204BBC55}"/>
          </ac:spMkLst>
        </pc:spChg>
      </pc:sldChg>
      <pc:sldChg chg="addSp delSp modSp new mod">
        <pc:chgData name="w25596391@gmail.com" userId="efc05158ec0e57aa" providerId="LiveId" clId="{0F8005C0-790B-43D1-ADB9-19DC1141A3E2}" dt="2022-06-22T08:10:21.599" v="135" actId="1076"/>
        <pc:sldMkLst>
          <pc:docMk/>
          <pc:sldMk cId="1443075419" sldId="257"/>
        </pc:sldMkLst>
        <pc:spChg chg="mod">
          <ac:chgData name="w25596391@gmail.com" userId="efc05158ec0e57aa" providerId="LiveId" clId="{0F8005C0-790B-43D1-ADB9-19DC1141A3E2}" dt="2022-06-22T08:10:21.599" v="135" actId="1076"/>
          <ac:spMkLst>
            <pc:docMk/>
            <pc:sldMk cId="1443075419" sldId="257"/>
            <ac:spMk id="2" creationId="{BFCBD162-C621-1CEE-7209-1C8002CC4694}"/>
          </ac:spMkLst>
        </pc:spChg>
        <pc:spChg chg="del">
          <ac:chgData name="w25596391@gmail.com" userId="efc05158ec0e57aa" providerId="LiveId" clId="{0F8005C0-790B-43D1-ADB9-19DC1141A3E2}" dt="2022-06-22T08:01:39.125" v="85"/>
          <ac:spMkLst>
            <pc:docMk/>
            <pc:sldMk cId="1443075419" sldId="257"/>
            <ac:spMk id="3" creationId="{1E34CC16-1800-93B2-B17E-838E326561D9}"/>
          </ac:spMkLst>
        </pc:spChg>
        <pc:picChg chg="add mod">
          <ac:chgData name="w25596391@gmail.com" userId="efc05158ec0e57aa" providerId="LiveId" clId="{0F8005C0-790B-43D1-ADB9-19DC1141A3E2}" dt="2022-06-22T08:01:53.943" v="89" actId="1076"/>
          <ac:picMkLst>
            <pc:docMk/>
            <pc:sldMk cId="1443075419" sldId="257"/>
            <ac:picMk id="4" creationId="{CC254F9B-D7DA-9A3E-93D7-FCE6AAC1421F}"/>
          </ac:picMkLst>
        </pc:picChg>
        <pc:picChg chg="add mod">
          <ac:chgData name="w25596391@gmail.com" userId="efc05158ec0e57aa" providerId="LiveId" clId="{0F8005C0-790B-43D1-ADB9-19DC1141A3E2}" dt="2022-06-22T08:09:24.537" v="103" actId="1076"/>
          <ac:picMkLst>
            <pc:docMk/>
            <pc:sldMk cId="1443075419" sldId="257"/>
            <ac:picMk id="5" creationId="{C5F31C22-E758-0B8B-D6CF-DB5BF397B041}"/>
          </ac:picMkLst>
        </pc:picChg>
      </pc:sldChg>
      <pc:sldChg chg="addSp delSp modSp new mod">
        <pc:chgData name="w25596391@gmail.com" userId="efc05158ec0e57aa" providerId="LiveId" clId="{0F8005C0-790B-43D1-ADB9-19DC1141A3E2}" dt="2022-06-22T08:10:16.842" v="134" actId="2711"/>
        <pc:sldMkLst>
          <pc:docMk/>
          <pc:sldMk cId="2412547279" sldId="258"/>
        </pc:sldMkLst>
        <pc:spChg chg="mod">
          <ac:chgData name="w25596391@gmail.com" userId="efc05158ec0e57aa" providerId="LiveId" clId="{0F8005C0-790B-43D1-ADB9-19DC1141A3E2}" dt="2022-06-22T08:10:16.842" v="134" actId="2711"/>
          <ac:spMkLst>
            <pc:docMk/>
            <pc:sldMk cId="2412547279" sldId="258"/>
            <ac:spMk id="2" creationId="{851F6DFB-9A67-FE90-CCCF-DADBEBB6CDE2}"/>
          </ac:spMkLst>
        </pc:spChg>
        <pc:spChg chg="del">
          <ac:chgData name="w25596391@gmail.com" userId="efc05158ec0e57aa" providerId="LiveId" clId="{0F8005C0-790B-43D1-ADB9-19DC1141A3E2}" dt="2022-06-22T08:08:49.624" v="95"/>
          <ac:spMkLst>
            <pc:docMk/>
            <pc:sldMk cId="2412547279" sldId="258"/>
            <ac:spMk id="3" creationId="{7E9237D7-C2D1-2B2F-551E-9871684F0812}"/>
          </ac:spMkLst>
        </pc:spChg>
        <pc:picChg chg="add mod">
          <ac:chgData name="w25596391@gmail.com" userId="efc05158ec0e57aa" providerId="LiveId" clId="{0F8005C0-790B-43D1-ADB9-19DC1141A3E2}" dt="2022-06-22T08:10:03.861" v="118" actId="1076"/>
          <ac:picMkLst>
            <pc:docMk/>
            <pc:sldMk cId="2412547279" sldId="258"/>
            <ac:picMk id="4" creationId="{43C1062C-B18D-2A64-3679-DF7B9D4193FB}"/>
          </ac:picMkLst>
        </pc:picChg>
      </pc:sldChg>
      <pc:sldChg chg="new del">
        <pc:chgData name="w25596391@gmail.com" userId="efc05158ec0e57aa" providerId="LiveId" clId="{0F8005C0-790B-43D1-ADB9-19DC1141A3E2}" dt="2022-06-22T08:08:36.339" v="93" actId="47"/>
        <pc:sldMkLst>
          <pc:docMk/>
          <pc:sldMk cId="2601844570" sldId="258"/>
        </pc:sldMkLst>
      </pc:sldChg>
      <pc:sldChg chg="addSp delSp modSp new mod">
        <pc:chgData name="w25596391@gmail.com" userId="efc05158ec0e57aa" providerId="LiveId" clId="{0F8005C0-790B-43D1-ADB9-19DC1141A3E2}" dt="2022-06-22T08:10:31.753" v="140" actId="1076"/>
        <pc:sldMkLst>
          <pc:docMk/>
          <pc:sldMk cId="3658943120" sldId="259"/>
        </pc:sldMkLst>
        <pc:spChg chg="mod">
          <ac:chgData name="w25596391@gmail.com" userId="efc05158ec0e57aa" providerId="LiveId" clId="{0F8005C0-790B-43D1-ADB9-19DC1141A3E2}" dt="2022-06-22T08:09:57.348" v="116"/>
          <ac:spMkLst>
            <pc:docMk/>
            <pc:sldMk cId="3658943120" sldId="259"/>
            <ac:spMk id="2" creationId="{737E0039-AABF-FD84-64C0-9A4D9B567F7C}"/>
          </ac:spMkLst>
        </pc:spChg>
        <pc:spChg chg="del">
          <ac:chgData name="w25596391@gmail.com" userId="efc05158ec0e57aa" providerId="LiveId" clId="{0F8005C0-790B-43D1-ADB9-19DC1141A3E2}" dt="2022-06-22T08:09:04.134" v="99"/>
          <ac:spMkLst>
            <pc:docMk/>
            <pc:sldMk cId="3658943120" sldId="259"/>
            <ac:spMk id="3" creationId="{A72FF6A8-6132-587D-8AC4-4C2D7D2BA699}"/>
          </ac:spMkLst>
        </pc:spChg>
        <pc:picChg chg="add mod">
          <ac:chgData name="w25596391@gmail.com" userId="efc05158ec0e57aa" providerId="LiveId" clId="{0F8005C0-790B-43D1-ADB9-19DC1141A3E2}" dt="2022-06-22T08:10:31.753" v="140" actId="1076"/>
          <ac:picMkLst>
            <pc:docMk/>
            <pc:sldMk cId="3658943120" sldId="259"/>
            <ac:picMk id="4" creationId="{0EB445D2-9041-648D-B673-ACAEFA7A8E1C}"/>
          </ac:picMkLst>
        </pc:picChg>
      </pc:sldChg>
      <pc:sldChg chg="addSp delSp modSp new mod">
        <pc:chgData name="w25596391@gmail.com" userId="efc05158ec0e57aa" providerId="LiveId" clId="{0F8005C0-790B-43D1-ADB9-19DC1141A3E2}" dt="2022-06-22T08:15:20.916" v="184" actId="2711"/>
        <pc:sldMkLst>
          <pc:docMk/>
          <pc:sldMk cId="4003198358" sldId="260"/>
        </pc:sldMkLst>
        <pc:spChg chg="mod">
          <ac:chgData name="w25596391@gmail.com" userId="efc05158ec0e57aa" providerId="LiveId" clId="{0F8005C0-790B-43D1-ADB9-19DC1141A3E2}" dt="2022-06-22T08:15:20.916" v="184" actId="2711"/>
          <ac:spMkLst>
            <pc:docMk/>
            <pc:sldMk cId="4003198358" sldId="260"/>
            <ac:spMk id="2" creationId="{DE596C08-8CBF-BE27-DB04-E66A1D1536CF}"/>
          </ac:spMkLst>
        </pc:spChg>
        <pc:spChg chg="del">
          <ac:chgData name="w25596391@gmail.com" userId="efc05158ec0e57aa" providerId="LiveId" clId="{0F8005C0-790B-43D1-ADB9-19DC1141A3E2}" dt="2022-06-22T08:14:30.795" v="142" actId="22"/>
          <ac:spMkLst>
            <pc:docMk/>
            <pc:sldMk cId="4003198358" sldId="260"/>
            <ac:spMk id="3" creationId="{03146343-D411-639B-DF82-2BBEC28E8F4C}"/>
          </ac:spMkLst>
        </pc:spChg>
        <pc:picChg chg="add mod ord">
          <ac:chgData name="w25596391@gmail.com" userId="efc05158ec0e57aa" providerId="LiveId" clId="{0F8005C0-790B-43D1-ADB9-19DC1141A3E2}" dt="2022-06-22T08:15:03.142" v="149" actId="1076"/>
          <ac:picMkLst>
            <pc:docMk/>
            <pc:sldMk cId="4003198358" sldId="260"/>
            <ac:picMk id="5" creationId="{518C8879-8501-E6BB-101E-538717D43A26}"/>
          </ac:picMkLst>
        </pc:picChg>
      </pc:sldChg>
      <pc:sldChg chg="addSp delSp modSp new mod">
        <pc:chgData name="w25596391@gmail.com" userId="efc05158ec0e57aa" providerId="LiveId" clId="{0F8005C0-790B-43D1-ADB9-19DC1141A3E2}" dt="2022-06-22T08:15:04.828" v="150" actId="1076"/>
        <pc:sldMkLst>
          <pc:docMk/>
          <pc:sldMk cId="325434401" sldId="261"/>
        </pc:sldMkLst>
        <pc:spChg chg="del">
          <ac:chgData name="w25596391@gmail.com" userId="efc05158ec0e57aa" providerId="LiveId" clId="{0F8005C0-790B-43D1-ADB9-19DC1141A3E2}" dt="2022-06-22T08:14:46.963" v="144" actId="22"/>
          <ac:spMkLst>
            <pc:docMk/>
            <pc:sldMk cId="325434401" sldId="261"/>
            <ac:spMk id="3" creationId="{99905F25-695A-ECBC-34D0-4E4400F1C665}"/>
          </ac:spMkLst>
        </pc:spChg>
        <pc:picChg chg="add mod ord">
          <ac:chgData name="w25596391@gmail.com" userId="efc05158ec0e57aa" providerId="LiveId" clId="{0F8005C0-790B-43D1-ADB9-19DC1141A3E2}" dt="2022-06-22T08:15:04.828" v="150" actId="1076"/>
          <ac:picMkLst>
            <pc:docMk/>
            <pc:sldMk cId="325434401" sldId="261"/>
            <ac:picMk id="5" creationId="{093DF63C-FE8D-4ED6-E141-F774E92CF96D}"/>
          </ac:picMkLst>
        </pc:picChg>
      </pc:sldChg>
      <pc:sldChg chg="addSp delSp modSp new mod">
        <pc:chgData name="w25596391@gmail.com" userId="efc05158ec0e57aa" providerId="LiveId" clId="{0F8005C0-790B-43D1-ADB9-19DC1141A3E2}" dt="2022-06-22T08:15:01.369" v="148" actId="14100"/>
        <pc:sldMkLst>
          <pc:docMk/>
          <pc:sldMk cId="4216680915" sldId="262"/>
        </pc:sldMkLst>
        <pc:spChg chg="del">
          <ac:chgData name="w25596391@gmail.com" userId="efc05158ec0e57aa" providerId="LiveId" clId="{0F8005C0-790B-43D1-ADB9-19DC1141A3E2}" dt="2022-06-22T08:14:58.954" v="146" actId="22"/>
          <ac:spMkLst>
            <pc:docMk/>
            <pc:sldMk cId="4216680915" sldId="262"/>
            <ac:spMk id="3" creationId="{CD2EA16C-FCFD-0C82-12A1-2DE47BA5313A}"/>
          </ac:spMkLst>
        </pc:spChg>
        <pc:picChg chg="add mod ord">
          <ac:chgData name="w25596391@gmail.com" userId="efc05158ec0e57aa" providerId="LiveId" clId="{0F8005C0-790B-43D1-ADB9-19DC1141A3E2}" dt="2022-06-22T08:15:01.369" v="148" actId="14100"/>
          <ac:picMkLst>
            <pc:docMk/>
            <pc:sldMk cId="4216680915" sldId="262"/>
            <ac:picMk id="5" creationId="{08ACAFD8-E74C-1B97-DBDB-4B220BE73C7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719136A-CE96-4C54-A998-06C704AFC8DC}" type="datetimeFigureOut">
              <a:rPr lang="zh-TW" altLang="en-US" smtClean="0"/>
              <a:t>2022/6/22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F009F5F-BD55-4F66-9CE8-30CEB2D15BD6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4844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9136A-CE96-4C54-A998-06C704AFC8DC}" type="datetimeFigureOut">
              <a:rPr lang="zh-TW" altLang="en-US" smtClean="0"/>
              <a:t>2022/6/22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9F5F-BD55-4F66-9CE8-30CEB2D15B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4025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9136A-CE96-4C54-A998-06C704AFC8DC}" type="datetimeFigureOut">
              <a:rPr lang="zh-TW" altLang="en-US" smtClean="0"/>
              <a:t>2022/6/22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9F5F-BD55-4F66-9CE8-30CEB2D15BD6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76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9136A-CE96-4C54-A998-06C704AFC8DC}" type="datetimeFigureOut">
              <a:rPr lang="zh-TW" altLang="en-US" smtClean="0"/>
              <a:t>2022/6/22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9F5F-BD55-4F66-9CE8-30CEB2D15B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3229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9136A-CE96-4C54-A998-06C704AFC8DC}" type="datetimeFigureOut">
              <a:rPr lang="zh-TW" altLang="en-US" smtClean="0"/>
              <a:t>2022/6/22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9F5F-BD55-4F66-9CE8-30CEB2D15B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7795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9136A-CE96-4C54-A998-06C704AFC8DC}" type="datetimeFigureOut">
              <a:rPr lang="zh-TW" altLang="en-US" smtClean="0"/>
              <a:t>2022/6/22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9F5F-BD55-4F66-9CE8-30CEB2D15B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0650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9136A-CE96-4C54-A998-06C704AFC8DC}" type="datetimeFigureOut">
              <a:rPr lang="zh-TW" altLang="en-US" smtClean="0"/>
              <a:t>2022/6/22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9F5F-BD55-4F66-9CE8-30CEB2D15B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4389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9136A-CE96-4C54-A998-06C704AFC8DC}" type="datetimeFigureOut">
              <a:rPr lang="zh-TW" altLang="en-US" smtClean="0"/>
              <a:t>2022/6/22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9F5F-BD55-4F66-9CE8-30CEB2D15B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3979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9136A-CE96-4C54-A998-06C704AFC8DC}" type="datetimeFigureOut">
              <a:rPr lang="zh-TW" altLang="en-US" smtClean="0"/>
              <a:t>2022/6/22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9F5F-BD55-4F66-9CE8-30CEB2D15B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0694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9136A-CE96-4C54-A998-06C704AFC8DC}" type="datetimeFigureOut">
              <a:rPr lang="zh-TW" altLang="en-US" smtClean="0"/>
              <a:t>2022/6/22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9F5F-BD55-4F66-9CE8-30CEB2D15B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7151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9136A-CE96-4C54-A998-06C704AFC8DC}" type="datetimeFigureOut">
              <a:rPr lang="zh-TW" altLang="en-US" smtClean="0"/>
              <a:t>2022/6/22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9F5F-BD55-4F66-9CE8-30CEB2D15B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8305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3719136A-CE96-4C54-A998-06C704AFC8DC}" type="datetimeFigureOut">
              <a:rPr lang="zh-TW" altLang="en-US" smtClean="0"/>
              <a:t>2022/6/22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F009F5F-BD55-4F66-9CE8-30CEB2D15B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06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462C17-45D9-EDBA-BF81-23F3B97F65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14</a:t>
            </a:r>
            <a:r>
              <a:rPr lang="zh-TW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組</a:t>
            </a:r>
            <a:r>
              <a:rPr lang="en-US" altLang="zh-TW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醫療訊號期末報告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B2DD068-A569-9B2E-6B81-9F7F204BBC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08400871 </a:t>
            </a:r>
            <a:r>
              <a:rPr lang="zh-TW" altLang="en-US" dirty="0"/>
              <a:t>胡彩娟  </a:t>
            </a:r>
            <a:r>
              <a:rPr lang="en-US" altLang="zh-TW" dirty="0"/>
              <a:t>08400791</a:t>
            </a:r>
            <a:r>
              <a:rPr lang="zh-TW" altLang="en-US" dirty="0"/>
              <a:t> 張姵萱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53224137-4D5B-5A6C-7F02-DAFE245487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1068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C2A4AF-26BB-D113-7378-7F5DBECC6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chemeClr val="tx1"/>
                </a:solidFill>
              </a:rPr>
              <a:t>使用的感測器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F2A53D-B6E2-BB1B-1381-FEF567A36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溫溼度感測器</a:t>
            </a:r>
            <a:endParaRPr lang="en-US" altLang="zh-TW" sz="4000" dirty="0"/>
          </a:p>
          <a:p>
            <a:r>
              <a:rPr lang="zh-TW" altLang="en-US" sz="4000" dirty="0"/>
              <a:t>血氧</a:t>
            </a:r>
            <a:r>
              <a:rPr lang="en-US" altLang="zh-TW" sz="4000" dirty="0"/>
              <a:t>MAX</a:t>
            </a:r>
            <a:r>
              <a:rPr lang="zh-TW" altLang="en-US" sz="4000" dirty="0"/>
              <a:t> </a:t>
            </a:r>
            <a:r>
              <a:rPr lang="en-US" altLang="zh-TW" sz="4000" dirty="0"/>
              <a:t>30100</a:t>
            </a:r>
          </a:p>
          <a:p>
            <a:r>
              <a:rPr lang="en-US" altLang="zh-TW" sz="4000" dirty="0"/>
              <a:t>Finger Heart Rate</a:t>
            </a:r>
          </a:p>
          <a:p>
            <a:r>
              <a:rPr lang="en-US" altLang="zh-TW" sz="4000" dirty="0"/>
              <a:t>ECG AD8232</a:t>
            </a:r>
          </a:p>
          <a:p>
            <a:endParaRPr lang="zh-TW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26782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CBD162-C621-1CEE-7209-1C8002CC4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5887" y="494333"/>
            <a:ext cx="10515600" cy="897145"/>
          </a:xfrm>
        </p:spPr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登入 表單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CC254F9B-D7DA-9A3E-93D7-FCE6AAC142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5098" y="1690653"/>
            <a:ext cx="4226299" cy="435133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C5F31C22-E758-0B8B-D6CF-DB5BF397B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812" y="1592263"/>
            <a:ext cx="4277091" cy="4424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075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1F6DFB-9A67-FE90-CCCF-DADBEBB6C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測量頁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43C1062C-B18D-2A64-3679-DF7B9D4193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864" y="2197270"/>
            <a:ext cx="9996272" cy="315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547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7E0039-AABF-FD84-64C0-9A4D9B567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0EB445D2-9041-648D-B673-ACAEFA7A8E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6680" y="948690"/>
            <a:ext cx="7020539" cy="496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943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596C08-8CBF-BE27-DB04-E66A1D15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測量記錄網頁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18C8879-8501-E6BB-101E-538717D43A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8091" y="1789043"/>
            <a:ext cx="8203699" cy="4038600"/>
          </a:xfrm>
        </p:spPr>
      </p:pic>
    </p:spTree>
    <p:extLst>
      <p:ext uri="{BB962C8B-B14F-4D97-AF65-F5344CB8AC3E}">
        <p14:creationId xmlns:p14="http://schemas.microsoft.com/office/powerpoint/2010/main" val="4003198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C8A4A7-8F28-B85F-9A0A-2AC8365FD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093DF63C-FE8D-4ED6-E141-F774E92CF9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5301" y="1659835"/>
            <a:ext cx="8201398" cy="4038600"/>
          </a:xfrm>
        </p:spPr>
      </p:pic>
    </p:spTree>
    <p:extLst>
      <p:ext uri="{BB962C8B-B14F-4D97-AF65-F5344CB8AC3E}">
        <p14:creationId xmlns:p14="http://schemas.microsoft.com/office/powerpoint/2010/main" val="325434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B86CC9-FBA8-8C36-104D-FB030794C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08ACAFD8-E74C-1B97-DBDB-4B220BE73C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6229" y="1287780"/>
            <a:ext cx="8994077" cy="4447098"/>
          </a:xfrm>
        </p:spPr>
      </p:pic>
    </p:spTree>
    <p:extLst>
      <p:ext uri="{BB962C8B-B14F-4D97-AF65-F5344CB8AC3E}">
        <p14:creationId xmlns:p14="http://schemas.microsoft.com/office/powerpoint/2010/main" val="4216680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1752F2-3745-78E0-D5CB-DAEC816B9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5925" y="2483371"/>
            <a:ext cx="9875520" cy="1356360"/>
          </a:xfrm>
        </p:spPr>
        <p:txBody>
          <a:bodyPr>
            <a:normAutofit/>
          </a:bodyPr>
          <a:lstStyle/>
          <a:p>
            <a:r>
              <a:rPr lang="zh-TW" altLang="en-US" sz="6600" b="1" dirty="0">
                <a:solidFill>
                  <a:schemeClr val="tx1"/>
                </a:solidFill>
              </a:rPr>
              <a:t>實機展示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ACFF705-E1B6-4A94-B625-FDA43FCE9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8440353"/>
      </p:ext>
    </p:extLst>
  </p:cSld>
  <p:clrMapOvr>
    <a:masterClrMapping/>
  </p:clrMapOvr>
</p:sld>
</file>

<file path=ppt/theme/theme1.xml><?xml version="1.0" encoding="utf-8"?>
<a:theme xmlns:a="http://schemas.openxmlformats.org/drawingml/2006/main" name="基礎">
  <a:themeElements>
    <a:clrScheme name="基礎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基礎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基礎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基礎</Template>
  <TotalTime>194</TotalTime>
  <Words>42</Words>
  <Application>Microsoft Office PowerPoint</Application>
  <PresentationFormat>寬螢幕</PresentationFormat>
  <Paragraphs>11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微軟正黑體</vt:lpstr>
      <vt:lpstr>Arial</vt:lpstr>
      <vt:lpstr>Corbel</vt:lpstr>
      <vt:lpstr>基礎</vt:lpstr>
      <vt:lpstr>14組-醫療訊號期末報告</vt:lpstr>
      <vt:lpstr>使用的感測器</vt:lpstr>
      <vt:lpstr>登入 表單</vt:lpstr>
      <vt:lpstr>測量頁</vt:lpstr>
      <vt:lpstr>PowerPoint 簡報</vt:lpstr>
      <vt:lpstr>測量記錄網頁</vt:lpstr>
      <vt:lpstr>PowerPoint 簡報</vt:lpstr>
      <vt:lpstr>PowerPoint 簡報</vt:lpstr>
      <vt:lpstr>實機展示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w25596391@gmail.com</dc:creator>
  <cp:lastModifiedBy>張姵萱 08400791</cp:lastModifiedBy>
  <cp:revision>5</cp:revision>
  <dcterms:created xsi:type="dcterms:W3CDTF">2022-06-22T06:15:13Z</dcterms:created>
  <dcterms:modified xsi:type="dcterms:W3CDTF">2022-06-22T09:32:36Z</dcterms:modified>
</cp:coreProperties>
</file>